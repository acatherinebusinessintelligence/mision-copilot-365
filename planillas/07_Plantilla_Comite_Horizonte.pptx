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031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Proyecto Horizonte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E400"/>
                </a:solidFill>
                <a:latin typeface="Arial"/>
              </a:defRPr>
            </a:pPr>
            <a:r>
              <a:t>Revision ejecutiva inicial con Microsoft 365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Caso academico ficticio - Material de capacitacion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1. Contexto y necesidad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Que problema busca resolver la iniciativa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2. Objetivo y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Que esta incluido y que queda fuera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3. Entregables e hitos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Como se estructura el trabajo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4. Presupuesto y 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Cifras y tiempos sujetos a validacion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5. Riesgos prioritarios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Donde debe enfocarse el comite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6. Decisiones requeridas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Que debe decidirse y que no debe asumirse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7. Proximos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400"/>
                </a:solidFill>
                <a:latin typeface="Arial"/>
              </a:defRPr>
            </a:pPr>
            <a:r>
              <a:t>Acciones inmediatas y validaciones necesarias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Mensaje principal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[Completar con el hallazgo validado]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[Maximo cuatro puntos]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41605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Evidencia / dato soporte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[Fuente: archivo o analisis]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[Dato pendiente de validacion si aplica]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41148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Recomendacion visual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[Grafico, matriz o timeline]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[Evitar saturacion de texto]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2984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E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14300"/>
          <a:lstStyle/>
          <a:p>
            <a:pPr algn="ctr">
              <a:defRPr b="1" sz="1400">
                <a:solidFill>
                  <a:srgbClr val="221F43"/>
                </a:solidFill>
              </a:defRPr>
            </a:pPr>
            <a:r>
              <a:t>Notas para el presentador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[Explicar supuestos, informacion pendiente y decisiones requeridas]</a:t>
            </a:r>
          </a:p>
          <a:p>
            <a:pPr>
              <a:defRPr sz="1050">
                <a:solidFill>
                  <a:srgbClr val="1E2330"/>
                </a:solidFill>
              </a:defRPr>
            </a:pPr>
            <a:r>
              <a:t>[No presentar propuestas como aprobaciones]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903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Material academico ficticio - Revisar cifras contra archivos fuente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