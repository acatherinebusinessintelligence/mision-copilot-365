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031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Proyecto Horizonte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E400"/>
                </a:solidFill>
                <a:latin typeface="Arial"/>
              </a:defRPr>
            </a:pPr>
            <a:r>
              <a:t>Revision ejecutiva inicial con Microsoft 365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Caso academico ficticio - Material de capacitacion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1. Contexto y necesidad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Que problema busca resolver la iniciativa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2. Objetivo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Que esta incluido y que queda fuera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3. Entregables e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Como se estructura el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4. Presupuesto y 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Cifras y tiempos sujetos a validacion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5. Riesgos prioritarios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Donde debe enfocarse el comite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6. Decisiones requeridas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Que debe decidirse y que no debe asumirse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 PANTALLA -ECCO (2) (1) (2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7. 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Acciones inmediatas y validaciones necesarias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